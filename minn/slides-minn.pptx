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layfair Display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bold.fntdata"/><Relationship Id="rId14" Type="http://schemas.openxmlformats.org/officeDocument/2006/relationships/font" Target="fonts/PlayfairDisplay-regular.fntdata"/><Relationship Id="rId17" Type="http://schemas.openxmlformats.org/officeDocument/2006/relationships/font" Target="fonts/PlayfairDisplay-boldItalic.fntdata"/><Relationship Id="rId16" Type="http://schemas.openxmlformats.org/officeDocument/2006/relationships/font" Target="fonts/PlayfairDispl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762000"/>
            <a:ext cx="4600575" cy="226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54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Der Große Raub im Hohen Norden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3215282"/>
            <a:ext cx="43815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AAAAAA"/>
                </a:solidFill>
                <a:latin typeface="Georgia"/>
                <a:ea typeface="Georgia"/>
                <a:cs typeface="Georgia"/>
                <a:sym typeface="Georgia"/>
              </a:rPr>
              <a:t>Wie 250 Millionen Dollar „Nahrungshilfe“ verdunsteten – Eine satirische Bilanz.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5554265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Georgia"/>
                <a:ea typeface="Georgia"/>
                <a:cs typeface="Georgia"/>
                <a:sym typeface="Georgia"/>
              </a:rPr>
              <a:t>Willkommen in Minnesota, wo der Schnee tief liegt, aber das Geld noch tiefer vergraben wird.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3759249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7375" y="474050"/>
            <a:ext cx="5979350" cy="597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3816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2085975"/>
            <a:ext cx="5229225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2698700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Das Versprechen: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Mahlzeiten für benachteiligte Kinder während der Pandemie sollten Hunger stillen.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3668166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Die Realität: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Stattdessen gab es fiktive Namenslisten – ein Bankett für „Geisterkinder“.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637633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Das Volumen: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Mit 250 Millionen Dollar einer der größten Betrugsfälle der US-Geschichte.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76250" y="2698700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76250" y="3668166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76250" y="4637633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76250" y="476250"/>
            <a:ext cx="117157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250 Millionen Dollar für leere Teller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476250" y="1333500"/>
            <a:ext cx="112395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3816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2085975"/>
            <a:ext cx="5229225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2698700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Statt Suppe gab es Sportwagen: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Die Hilfsgelder wurden direkt in luxuriöse Mobilität umgeleitet.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3668166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Immobilien-Imperien: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Massive Investitionen in Häuser in den USA, der Türkei und Kenia.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62000" y="4637633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„Betriebsausgaben“: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Luxusgüter und Schmuck wurden als notwendige Ausgaben deklariert.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76250" y="2698700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76250" y="3668166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76250" y="4637633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76250" y="476250"/>
            <a:ext cx="117157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Wohin floss das Geld?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476250" y="1333500"/>
            <a:ext cx="112395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3816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2085975"/>
            <a:ext cx="5229225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62000" y="2698700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Keine Anklage: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Ilhan Omar ist juristisch nicht belangt und steht über den direkten Vorwürfen.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3668166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Die Nähe: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Spender, Mitarbeiter und enge Vertraute sind jedoch tief in den Skandal verwickelt.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4637633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Das Dilemma: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War es bloße Unwissenheit oder ein strategisches Wegschauen vom Elfenbeinturm?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76250" y="2698700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76250" y="3668166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76250" y="4637633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76250" y="476250"/>
            <a:ext cx="117157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Die Unberührbare im Turm?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476250" y="1333500"/>
            <a:ext cx="112395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3816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2085975"/>
            <a:ext cx="5229225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62000" y="2515790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Hawala-Systeme: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Dringender Verdacht auf massive Geldwäsche über informelle Netzwerke.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3485257"/>
            <a:ext cx="50958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Terrorfinanzierung: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Laufende Untersuchungen zu möglichen Geldflüssen an die Terrorgruppe Al-Shabaab.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62000" y="4820394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Der Schatten: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Terrorfinanzierung als möglicher, dunkler Nebeneffekt des Betrugs.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76250" y="2515790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76250" y="3485257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76250" y="4820394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476250" y="476250"/>
            <a:ext cx="117157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Über das Meer: Die Somalia-Connection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476250" y="1333500"/>
            <a:ext cx="112395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3816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2085975"/>
            <a:ext cx="5229225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762000" y="2515790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Politische Munition: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Trump nutzt den Skandal als schlagkräftiges Argument im Wahlkampf.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62000" y="3485257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Die Drohung: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Ein mögliches Ende des TPS-Status (Temporary Protected Status) steht im Raum.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762000" y="4454723"/>
            <a:ext cx="50958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Kollateralschaden: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Die gesamte somalische Community leidet unter dem Stigma weniger Krimineller.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476250" y="2515790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76250" y="3485257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76250" y="4454723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476250" y="476250"/>
            <a:ext cx="117157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Die politische Abrechnung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476250" y="1333500"/>
            <a:ext cx="112395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3816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2085975"/>
            <a:ext cx="5229225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762000" y="2698700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Die Bilanz: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Über 70 Angeklagte und erste Urteile, aber das Netz ist groß.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62000" y="3668166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Vertrauensbruch: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Das öffentliche Vertrauen in staatliche Hilfsprogramme ist nachhaltig zerstört.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62000" y="4637633"/>
            <a:ext cx="50958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Die offene Frage:</a:t>
            </a:r>
            <a:r>
              <a:rPr b="0" i="0" lang="en-US" sz="18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Wer wusste noch davon und wie tief reicht der Sumpf wirklich?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476250" y="2698700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476250" y="3668166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476250" y="4637633"/>
            <a:ext cx="2190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✒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76250" y="476250"/>
            <a:ext cx="117157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Operation „Clean Sweep“ oder nur Theater?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476250" y="1333500"/>
            <a:ext cx="112395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/>
          <p:nvPr/>
        </p:nvSpPr>
        <p:spPr>
          <a:xfrm>
            <a:off x="476250" y="2578596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76250" y="3363366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76250" y="414813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76250" y="4932908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76250" y="5717678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0" name="Google Shape;19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9527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1571625" y="1946225"/>
            <a:ext cx="10144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https://brewminate.com/wp-content/uploads/2020/07/073020-16-History-Gilded-Age-1024x666.jpg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571625" y="2191940"/>
            <a:ext cx="10144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brewminate.com</a:t>
            </a:r>
            <a:endParaRPr/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7375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1571625" y="2730996"/>
            <a:ext cx="10144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https://ih1.redbubble.net/image.475268115.3330/flat,750x,075,f-pad,750x1000,f8f8f8.u3.jpg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571625" y="2976711"/>
            <a:ext cx="10144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www.redbubble.com</a:t>
            </a:r>
            <a:endParaRPr/>
          </a:p>
        </p:txBody>
      </p:sp>
      <p:pic>
        <p:nvPicPr>
          <p:cNvPr descr="image.png" id="196" name="Google Shape;19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5223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1571625" y="3515766"/>
            <a:ext cx="10144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https://i.ebayimg.com/images/g/MWUAAOSwKGNiOJlh/s-l1200.jpg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571625" y="3761482"/>
            <a:ext cx="10144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www.ebay.com</a:t>
            </a:r>
            <a:endParaRPr/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43070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1571625" y="4300537"/>
            <a:ext cx="10144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https://media.craiyon.com/2025-10-08/U4A7fNsLQkmMBzoOmtKDjw.webp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571625" y="4546252"/>
            <a:ext cx="10144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www.craiyon.com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50918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1571625" y="5085308"/>
            <a:ext cx="10144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https://upload.wikimedia.org/wikipedia/en/0/0b/The_Elephant_in_a_China_Shop.jpg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571625" y="5331023"/>
            <a:ext cx="10144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en.wikipedia.org</a:t>
            </a:r>
            <a:endParaRPr/>
          </a:p>
        </p:txBody>
      </p:sp>
      <p:pic>
        <p:nvPicPr>
          <p:cNvPr descr="image.png" id="205" name="Google Shape;20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58766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1571625" y="5870078"/>
            <a:ext cx="10144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https://media.craiyon.com/2025-04-03/VOzpgmCrSeiuJxPPQbRpmQ.webp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571625" y="6115794"/>
            <a:ext cx="10144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www.craiyon.com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476250" y="355550"/>
            <a:ext cx="117157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476250" y="1212800"/>
            <a:ext cx="112395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